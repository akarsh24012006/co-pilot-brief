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4 (Streaming Live RAG)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[FILL IN: your registered team name]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[FILL IN: your college name]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Akarsh Nehra, akarshnehra@gmail.com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[FILL IN]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[FILL IN]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[FILL IN]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https://github.com/AKARSH24012006/CO-PILOT-BRIEF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Theme 4 — Streaming Live RAG</a:t>
            </a:r>
            <a:endParaRPr/>
          </a:p>
          <a:p>
            <a:pPr lvl="1"/>
            <a:r>
              <a:t>Build a retrieval-augmented system that reasons over a live, incremental transcript stream — not a single finished query.</a:t>
            </a:r>
          </a:p>
          <a:p>
            <a:pPr lvl="1"/>
            <a:r>
              <a:t>Must handle: mid-utterance retrieval timing, compound multi-part questions, and late-arriving constraints that revise an already-given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Existing RAG assistants retrieve only after an utterance fully ends — no lead time, poor fit for live dispatch/cockpit conversation.</a:t>
            </a:r>
            <a:endParaRPr/>
          </a:p>
          <a:p>
            <a:pPr/>
            <a:r>
              <a:t>Compound questions ("crosswind limit, and do we need de-icing?") are answered as one blended query, losing precision per sub-question.</a:t>
            </a:r>
          </a:p>
          <a:p>
            <a:pPr/>
            <a:r>
              <a:t>Late corrections ("actually this flight is now international") are handled by throwing away context and re-answering from scratch — expensive and loses already-correct claims.</a:t>
            </a:r>
          </a:p>
          <a:p>
            <a:pPr/>
            <a:r>
              <a:t>Most demo RAG systems fabricate confidently instead of saying "not covered by the corpus."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CopilotBrief: an event-driven retrieval engine for pre-flight dispatch briefings, five components:</a:t>
            </a:r>
            <a:endParaRPr/>
          </a:p>
          <a:p>
            <a:pPr lvl="1"/>
            <a:r>
              <a:t>1) Retrieval Controller — decides Wait / Provisional-Retrieve / Multi-Intent-Retrieve / No-Retrieval on every incoming chunk</a:t>
            </a:r>
          </a:p>
          <a:p>
            <a:pPr lvl="1"/>
            <a:r>
              <a:t>2) Multi-Intent Decomposer — splits compound utterances into parallel, entity-carrying sub-queries</a:t>
            </a:r>
          </a:p>
          <a:p>
            <a:pPr lvl="1"/>
            <a:r>
              <a:t>3) Hybrid Retrieval &amp; Fusion — BM25 + dense (MiniLM / TF-IDF fallback), Reciprocal Rank Fusion</a:t>
            </a:r>
          </a:p>
          <a:p>
            <a:pPr lvl="1"/>
            <a:r>
              <a:t>4) Session-Aware Synthesis &amp; Refinement — extractive, cited claims; refines an existing claim in place on a late constraint instead of restarting</a:t>
            </a:r>
          </a:p>
          <a:p>
            <a:pPr lvl="1"/>
            <a:r>
              <a:t>5) Observability Telemetry — 100% trace coverage of every controller decision, retrieval call, and answer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Live WebSocket dashboard streams a transcript chunk-by-chunk and shows retrieval firing before the sentence ends.</a:t>
            </a:r>
            <a:endParaRPr/>
          </a:p>
          <a:p>
            <a:pPr/>
            <a:r>
              <a:t>3 scripted scenarios: (a) multi-intent compound question, (b) late-arriving refinement mid-conversation, (c) presentation-only turn ("repeat that as bullets") correctly triggering zero re-retrieval.</a:t>
            </a:r>
          </a:p>
          <a:p>
            <a:pPr/>
            <a:r>
              <a:t>Every claim renders with its inline citation back to the synthetic ops manual; refinement diffs show exactly which claim changed and why.</a:t>
            </a:r>
          </a:p>
          <a:p>
            <a:pPr/>
            <a:r>
              <a:t>Shareable recorded-replay demo (no backend needed): a self-contained page replaying real captured engine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Python 3.11, FastAPI + WebSockets for the live streaming server</a:t>
            </a:r>
            <a:endParaRPr/>
          </a:p>
          <a:p>
            <a:pPr/>
            <a:r>
              <a:t>rank-bm25 (sparse) + sentence-transformers MiniLM-L6-v2 (dense), Reciprocal Rank Fusion — TF-IDF fallback when offline</a:t>
            </a:r>
          </a:p>
          <a:p>
            <a:pPr/>
            <a:r>
              <a:t>Vanilla HTML/CSS/JS dashboard (no frontend framework, fully self-contained)</a:t>
            </a:r>
          </a:p>
          <a:p>
            <a:pPr/>
            <a:r>
              <a:t>pytest (25 tests), custom benchmark harness against the Theme 4 evaluation gates</a:t>
            </a:r>
          </a:p>
          <a:p>
            <a:pPr/>
            <a:r>
              <a:t>Docker + docker-compose for a single-command reproducible run</a:t>
            </a:r>
          </a:p>
          <a:p>
            <a:pPr/>
            <a:r>
              <a:t>Optional OpenAI API for a prose-polish pass on top of the same grounded/cited claims (never the source of truth, fully optional)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Pre-flight dispatch briefings: a pilot/dispatcher rattles off several regulatory questions in one breath under time pressure.</a:t>
            </a:r>
            <a:endParaRPr/>
          </a:p>
          <a:p>
            <a:pPr/>
            <a:r>
              <a:t>Cuts retrieval lead time — the controller retrieves ~1.3s before the utterance even finishes, vs. 0% lead time for batch RAG.</a:t>
            </a:r>
          </a:p>
          <a:p>
            <a:pPr/>
            <a:r>
              <a:t>Reduces re-briefing cost when facts change mid-conversation (e.g. a leg becomes international) — only the affected claim is revised, not the whole answer.</a:t>
            </a:r>
          </a:p>
          <a:p>
            <a:pPr/>
            <a:r>
              <a:t>Explicit uncertainty instead of a fabricated answer directly reduces real operational risk in a safety-critical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Innovation: in-place claim refinement (not restart-from-scratch) + a shared clause grammar so the controller's clause count and the decomposer's actual split can never disagree.</a:t>
            </a:r>
            <a:endParaRPr/>
          </a:p>
          <a:p>
            <a:pPr/>
            <a:r>
              <a:t>Results: Gate G2 Early Retrieval 1.0 (3/3), Gate G3 Multi-Intent 1.0 (5/5), Gate G4 Factual Grounding 0.944 support / 0 hallucinated citations, Gate G5 Session Refinement pass, Gate G6 100% telemetry coverage.</a:t>
            </a:r>
          </a:p>
          <a:p>
            <a:pPr/>
            <a:r>
              <a:t>Limitations (documented + reproduced in benchmark/report.md): negation-sensitive lexical grounding, refinement-target ambiguity across concurrent claims, TF-IDF fallback discrimination on a small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Swap TF-IDF fallback for a cached sentence-embedding model in every deployment target (already the primary path, gated only by this sandbox's offline network).</a:t>
            </a:r>
            <a:endParaRPr/>
          </a:p>
          <a:p>
            <a:pPr/>
            <a:r>
              <a:t>Add negation-aware sentence scoring to fix the one documented grounding edge case.</a:t>
            </a:r>
          </a:p>
          <a:p>
            <a:pPr/>
            <a:r>
              <a:t>Multi-turn refinement disambiguation when 2+ claims could plausibly be the refinement target.</a:t>
            </a:r>
          </a:p>
          <a:p>
            <a:pPr/>
            <a:r>
              <a:t>Real airline ops-manual ingestion pipeline (PDF/XML) instead of the synthetic corpus, with a human-in-the-loop grounding review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Handles the two pitfalls the Theme 4 guide names explicitly by design, not by accident: premature retrieval on noise, and ignoring presentation-only turns.</a:t>
            </a:r>
            <a:endParaRPr/>
          </a:p>
          <a:p>
            <a:pPr/>
            <a:r>
              <a:t>Full observability: every decision is traced, not just the final answer.</a:t>
            </a:r>
          </a:p>
          <a:p>
            <a:pPr/>
            <a:r>
              <a:t>Zero-dependency offline reproducibility — degrades gracefully to TF-IDF rather than failing when there's no network, and this path is tested as a first-class citizen.</a:t>
            </a:r>
          </a:p>
          <a:p>
            <a:pPr/>
            <a:r>
              <a:t>Session state is fully ephemeral and session-bound — no cross-session leakage, matching the spec's privacy expectations.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  -&gt;  [FILL IN: add your recorded video link here]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  -&gt;  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